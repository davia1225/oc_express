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6035040"/>
            <a:ext cx="3291840" cy="82296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DE OPERAÇÃO LOGÍSTICA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SisLog</a:t>
            </a:r>
            <a:pPr indent="0" marL="0">
              <a:buNone/>
            </a:pPr>
            <a:r>
              <a:rPr lang="en-US" sz="7200" b="1" dirty="0">
                <a:solidFill>
                  <a:srgbClr val="FF51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LHG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7E9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Emissão, rastreabilidade e gestão das Ordens de Carregamento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7E9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transporte de minério.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5074920"/>
            <a:ext cx="1618488" cy="457200"/>
          </a:xfrm>
          <a:prstGeom prst="roundRect">
            <a:avLst>
              <a:gd name="adj" fmla="val 12000"/>
            </a:avLst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7492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Rastreável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61488" y="5074920"/>
            <a:ext cx="1495044" cy="457200"/>
          </a:xfrm>
          <a:prstGeom prst="roundRect">
            <a:avLst>
              <a:gd name="adj" fmla="val 12000"/>
            </a:avLst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5074920"/>
            <a:ext cx="1495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5132" y="50749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5132" y="5074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à diretoria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Cada carregamento vira uma Ordem de Carregamento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103120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275942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956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Preenchimento manual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234086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OC digitada campo a campo numa planilha — lento e repetitivo, dezenas de vezes ao dia.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737360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737360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9672" y="2103120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494" y="2275942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1956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 sem trava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360920" y="234086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Placa, CPF ou material trocados só aparecem no caminhão — retrabalho e atraso.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310128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3310128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19" name="Shape 15"/>
          <p:cNvSpPr/>
          <p:nvPr/>
        </p:nvSpPr>
        <p:spPr>
          <a:xfrm>
            <a:off x="896112" y="3675888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3848710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3529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rastreabilidade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737360" y="39136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está cada OC? Acompanhamento por conversa e memória, não por sistema.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63640" y="3310128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63640" y="3310128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25" name="Shape 20"/>
          <p:cNvSpPr/>
          <p:nvPr/>
        </p:nvSpPr>
        <p:spPr>
          <a:xfrm>
            <a:off x="6519672" y="3675888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494" y="3848710"/>
            <a:ext cx="294437" cy="29443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0920" y="3529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 isolado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360920" y="39136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planilha vive numa máquina — sem histórico, sem visão da equipe, sem indicadores.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 SisLog substitui esse fluxo por uma plataforma única, rápida e rastreável.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LHG Logística / OC Express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Uma plataforma para emitir, acompanhar e auditar cada OC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02152" cy="3108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3502152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933956" y="2377440"/>
            <a:ext cx="914400" cy="91440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262432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49300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Sistema interno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9776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equipe LHG emite as OCs, acompanha o status e audita cada operação.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25112" y="1920240"/>
            <a:ext cx="3502152" cy="3108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25112" y="1920240"/>
            <a:ext cx="3502152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3" name="Shape 10"/>
          <p:cNvSpPr/>
          <p:nvPr/>
        </p:nvSpPr>
        <p:spPr>
          <a:xfrm>
            <a:off x="5618988" y="2377440"/>
            <a:ext cx="914400" cy="91440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62432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07992" y="349300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Portal de parceiros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45152" y="39776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transportadora parceira envia solicitações num ambiente isolado e seguro.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10144" y="1920240"/>
            <a:ext cx="3502152" cy="3108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10144" y="1920240"/>
            <a:ext cx="3502152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9" name="Shape 15"/>
          <p:cNvSpPr/>
          <p:nvPr/>
        </p:nvSpPr>
        <p:spPr>
          <a:xfrm>
            <a:off x="9304020" y="2377440"/>
            <a:ext cx="914400" cy="91440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908" y="262432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93024" y="349300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Agente WhatsApp com IA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30184" y="39776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mensagem de WhatsApp vira solicitação automaticamente, com leitura inteligente.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superfícies, uma só base de dados — sempre em sincronia.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LHG Logística / OC Express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Um fluxo único, do cadastro ao painel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1874520" cy="6400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62432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544" y="2858872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Cadastros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891" y="3081528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91790" y="233172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91790" y="2331720"/>
            <a:ext cx="1874520" cy="6400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3" name="Shape 9"/>
          <p:cNvSpPr/>
          <p:nvPr/>
        </p:nvSpPr>
        <p:spPr>
          <a:xfrm>
            <a:off x="3394710" y="262432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254" y="2858872"/>
            <a:ext cx="399593" cy="3995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9179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Solicitação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601" y="3081528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43500" y="233172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143500" y="2331720"/>
            <a:ext cx="1874520" cy="6400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9" name="Shape 13"/>
          <p:cNvSpPr/>
          <p:nvPr/>
        </p:nvSpPr>
        <p:spPr>
          <a:xfrm>
            <a:off x="5646420" y="262432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0964" y="2858872"/>
            <a:ext cx="399593" cy="3995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4350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 em PDF</a:t>
            </a:r>
            <a:endParaRPr lang="en-US" sz="14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0311" y="3081528"/>
            <a:ext cx="292608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95210" y="233172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395210" y="2331720"/>
            <a:ext cx="1874520" cy="6400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5" name="Shape 17"/>
          <p:cNvSpPr/>
          <p:nvPr/>
        </p:nvSpPr>
        <p:spPr>
          <a:xfrm>
            <a:off x="7898130" y="262432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2674" y="2858872"/>
            <a:ext cx="399593" cy="39959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39521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endParaRPr lang="en-US" sz="14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2021" y="3081528"/>
            <a:ext cx="292608" cy="29260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646920" y="233172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9646920" y="2331720"/>
            <a:ext cx="1874520" cy="6400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1" name="Shape 21"/>
          <p:cNvSpPr/>
          <p:nvPr/>
        </p:nvSpPr>
        <p:spPr>
          <a:xfrm>
            <a:off x="10149840" y="262432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4384" y="2858872"/>
            <a:ext cx="399593" cy="399593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64692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&amp; Status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640080" y="4892040"/>
            <a:ext cx="640080" cy="64008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902" y="5064862"/>
            <a:ext cx="294437" cy="294437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463040" y="484632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 real</a:t>
            </a:r>
            <a:endParaRPr lang="en-US" sz="1400" dirty="0"/>
          </a:p>
        </p:txBody>
      </p:sp>
      <p:sp>
        <p:nvSpPr>
          <p:cNvPr id="37" name="Text 25"/>
          <p:cNvSpPr/>
          <p:nvPr/>
        </p:nvSpPr>
        <p:spPr>
          <a:xfrm>
            <a:off x="1463040" y="5184648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a equipe altera aparece para todos na hora.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4507992" y="4892040"/>
            <a:ext cx="640080" cy="64008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0814" y="5064862"/>
            <a:ext cx="294437" cy="294437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330952" y="484632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 única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5330952" y="5184648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só lugar para dados, OCs e histórico.</a:t>
            </a:r>
            <a:endParaRPr lang="en-US" sz="1100" dirty="0"/>
          </a:p>
        </p:txBody>
      </p:sp>
      <p:sp>
        <p:nvSpPr>
          <p:cNvPr id="42" name="Shape 29"/>
          <p:cNvSpPr/>
          <p:nvPr/>
        </p:nvSpPr>
        <p:spPr>
          <a:xfrm>
            <a:off x="8375904" y="4892040"/>
            <a:ext cx="640080" cy="64008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8726" y="5064862"/>
            <a:ext cx="294437" cy="294437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9198864" y="484632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Multiusuário</a:t>
            </a:r>
            <a:endParaRPr lang="en-US" sz="1400" dirty="0"/>
          </a:p>
        </p:txBody>
      </p:sp>
      <p:sp>
        <p:nvSpPr>
          <p:cNvPr id="45" name="Text 31"/>
          <p:cNvSpPr/>
          <p:nvPr/>
        </p:nvSpPr>
        <p:spPr>
          <a:xfrm>
            <a:off x="9198864" y="5184648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equipe inteira trabalha junta, sem versão solta.</a:t>
            </a:r>
            <a:endParaRPr lang="en-US" sz="1100" dirty="0"/>
          </a:p>
        </p:txBody>
      </p:sp>
      <p:sp>
        <p:nvSpPr>
          <p:cNvPr id="46" name="Text 3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LHG Logística / OC Express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AGILIDADE DA OPERAÇÃO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Menos tempo por OC, mais OCs por atendente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AA0A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10 min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OC na planilha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21945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0" y="1920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1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1 min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3035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9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OC no SisLog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160520"/>
            <a:ext cx="3346704" cy="178308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4160520"/>
            <a:ext cx="3346704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38912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90%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22960" y="52578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tempo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cada OC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15968" y="4160520"/>
            <a:ext cx="3346704" cy="178308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15968" y="4160520"/>
            <a:ext cx="3346704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6" name="Text 13"/>
          <p:cNvSpPr/>
          <p:nvPr/>
        </p:nvSpPr>
        <p:spPr>
          <a:xfrm>
            <a:off x="4315968" y="438912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4 h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4498848" y="52578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liberadas por dia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30 OCs/dia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91856" y="4160520"/>
            <a:ext cx="3346704" cy="178308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91856" y="4160520"/>
            <a:ext cx="3346704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0" name="Text 17"/>
          <p:cNvSpPr/>
          <p:nvPr/>
        </p:nvSpPr>
        <p:spPr>
          <a:xfrm>
            <a:off x="7991856" y="438912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8174736" y="52578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redigitação de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Estimativa operacional. Menos gargalo na emissão = caminhão liberado mais cedo.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RASTREABILIDADE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Cada OC tem estado e linha do tempo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426464" y="2226564"/>
            <a:ext cx="1861718" cy="27432"/>
          </a:xfrm>
          <a:prstGeom prst="rect">
            <a:avLst/>
          </a:prstGeom>
          <a:solidFill>
            <a:srgbClr val="E0A98C"/>
          </a:solidFill>
          <a:ln/>
        </p:spPr>
      </p:sp>
      <p:sp>
        <p:nvSpPr>
          <p:cNvPr id="6" name="Shape 4"/>
          <p:cNvSpPr/>
          <p:nvPr/>
        </p:nvSpPr>
        <p:spPr>
          <a:xfrm>
            <a:off x="1197864" y="2011680"/>
            <a:ext cx="457200" cy="457200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9786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57860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Recebida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88182" y="2226564"/>
            <a:ext cx="1861718" cy="27432"/>
          </a:xfrm>
          <a:prstGeom prst="rect">
            <a:avLst/>
          </a:prstGeom>
          <a:solidFill>
            <a:srgbClr val="E0A98C"/>
          </a:solidFill>
          <a:ln/>
        </p:spPr>
      </p:sp>
      <p:sp>
        <p:nvSpPr>
          <p:cNvPr id="10" name="Shape 8"/>
          <p:cNvSpPr/>
          <p:nvPr/>
        </p:nvSpPr>
        <p:spPr>
          <a:xfrm>
            <a:off x="3059582" y="2011680"/>
            <a:ext cx="457200" cy="457200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11" name="Text 9"/>
          <p:cNvSpPr/>
          <p:nvPr/>
        </p:nvSpPr>
        <p:spPr>
          <a:xfrm>
            <a:off x="305958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10358" y="257860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emissão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49901" y="2226564"/>
            <a:ext cx="1861718" cy="27432"/>
          </a:xfrm>
          <a:prstGeom prst="rect">
            <a:avLst/>
          </a:prstGeom>
          <a:solidFill>
            <a:srgbClr val="E0A98C"/>
          </a:solidFill>
          <a:ln/>
        </p:spPr>
      </p:sp>
      <p:sp>
        <p:nvSpPr>
          <p:cNvPr id="14" name="Shape 12"/>
          <p:cNvSpPr/>
          <p:nvPr/>
        </p:nvSpPr>
        <p:spPr>
          <a:xfrm>
            <a:off x="4921301" y="2011680"/>
            <a:ext cx="457200" cy="457200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4921301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72077" y="257860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11619" y="2226564"/>
            <a:ext cx="1861718" cy="27432"/>
          </a:xfrm>
          <a:prstGeom prst="rect">
            <a:avLst/>
          </a:prstGeom>
          <a:solidFill>
            <a:srgbClr val="E0A98C"/>
          </a:solidFill>
          <a:ln/>
        </p:spPr>
      </p:sp>
      <p:sp>
        <p:nvSpPr>
          <p:cNvPr id="18" name="Shape 16"/>
          <p:cNvSpPr/>
          <p:nvPr/>
        </p:nvSpPr>
        <p:spPr>
          <a:xfrm>
            <a:off x="6783019" y="2011680"/>
            <a:ext cx="457200" cy="457200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6783019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33795" y="257860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 gerada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73338" y="2226564"/>
            <a:ext cx="1861718" cy="27432"/>
          </a:xfrm>
          <a:prstGeom prst="rect">
            <a:avLst/>
          </a:prstGeom>
          <a:solidFill>
            <a:srgbClr val="E0A98C"/>
          </a:solidFill>
          <a:ln/>
        </p:spPr>
      </p:sp>
      <p:sp>
        <p:nvSpPr>
          <p:cNvPr id="22" name="Shape 20"/>
          <p:cNvSpPr/>
          <p:nvPr/>
        </p:nvSpPr>
        <p:spPr>
          <a:xfrm>
            <a:off x="8644738" y="2011680"/>
            <a:ext cx="457200" cy="457200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864473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95514" y="257860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 enviada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506456" y="201168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5064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57232" y="257860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Finalizada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03320"/>
            <a:ext cx="3593592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023360"/>
            <a:ext cx="777240" cy="77724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975" y="4233215"/>
            <a:ext cx="357530" cy="35753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920240" y="4087368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Linha do tempo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920240" y="452628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avançou cada etapa e quando — histórico completo por OC.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507992" y="3703320"/>
            <a:ext cx="3593592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28032" y="4023360"/>
            <a:ext cx="777240" cy="77724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887" y="4233215"/>
            <a:ext cx="357530" cy="35753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788152" y="4087368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 de SLA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5788152" y="452628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 parada há muito tempo acende em vermelho para atendimento prioritário.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8375904" y="3703320"/>
            <a:ext cx="3593592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695944" y="4023360"/>
            <a:ext cx="777240" cy="77724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799" y="4233215"/>
            <a:ext cx="357530" cy="35753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9656064" y="4087368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Conferência de viagem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9656064" y="452628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Localize qualquer OC por número, motorista, CPF, placa ou cliente.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LHG Logística / OC Express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&amp; INDICADORES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Visão da operação em tempo real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540764" y="230428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308" y="2538832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382219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Volume, finalizadas, tempo médio e a fila de pendências, num olhar.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6616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66844" y="230428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388" y="2538832"/>
            <a:ext cx="399593" cy="3995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Tempo por etapa (TMA)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822192" y="382219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Quanto cada OC leva para sair de cada status — onde está o gargalo.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9224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9" name="Shape 15"/>
          <p:cNvSpPr/>
          <p:nvPr/>
        </p:nvSpPr>
        <p:spPr>
          <a:xfrm>
            <a:off x="7392924" y="230428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468" y="2538832"/>
            <a:ext cx="399593" cy="3995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Rankings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748272" y="382219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Tops de clientes, motoristas, veículos, subcontratadas e atendentes.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41832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41832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5" name="Shape 20"/>
          <p:cNvSpPr/>
          <p:nvPr/>
        </p:nvSpPr>
        <p:spPr>
          <a:xfrm>
            <a:off x="10319004" y="230428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548" y="2538832"/>
            <a:ext cx="399593" cy="39959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0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Export para Excel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674352" y="382219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relatório sai em CSV; visão segmentada interno × parceiros.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gestão enxerga a operação de carregamento que serve à mina — sem pedir planilha a ninguém.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LHG Logística / OC Express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CONFIABILIDADE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Dado certo na primeira vez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540764" y="230428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308" y="2538832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Validação automática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382219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CPF, CNPJ, placa e telefone conferidos no preenchimento.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6616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66844" y="230428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388" y="2538832"/>
            <a:ext cx="399593" cy="3995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Padronização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822192" y="382219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de o mesmo cliente escrito de cinco jeitos entre planilhas.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9224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9" name="Shape 15"/>
          <p:cNvSpPr/>
          <p:nvPr/>
        </p:nvSpPr>
        <p:spPr>
          <a:xfrm>
            <a:off x="7392924" y="230428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468" y="2538832"/>
            <a:ext cx="399593" cy="3995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Cadastros reutilizáveis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748272" y="382219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Motorista, veículo e cliente cadastrados uma vez, usados sempre.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41832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41832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5" name="Shape 20"/>
          <p:cNvSpPr/>
          <p:nvPr/>
        </p:nvSpPr>
        <p:spPr>
          <a:xfrm>
            <a:off x="10319004" y="230428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548" y="2538832"/>
            <a:ext cx="399593" cy="39959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0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OC idêntica ao modelo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674352" y="382219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PDF é gerado no padrão oficial, sem digitação de layout.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Menos correção, menos OC refeita, menos caminhão parado por erro de documento.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LHG Logística / OC Express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GOVERNANÇA &amp; SEGURANÇA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Controle e conformidade de nível corporativo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70048" cy="246888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540764" y="2395728"/>
            <a:ext cx="868680" cy="86868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308" y="2630272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4747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Auditoria completa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391363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fez o quê e quando, em cada OC e cadastro — rastreável.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66160" y="2011680"/>
            <a:ext cx="2670048" cy="246888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201168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66844" y="2395728"/>
            <a:ext cx="868680" cy="86868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388" y="2630272"/>
            <a:ext cx="399593" cy="3995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34747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Permissões por perfil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822192" y="391363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pessoa acessa só o que o seu papel permite.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92240" y="2011680"/>
            <a:ext cx="2670048" cy="246888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201168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9" name="Shape 15"/>
          <p:cNvSpPr/>
          <p:nvPr/>
        </p:nvSpPr>
        <p:spPr>
          <a:xfrm>
            <a:off x="7392924" y="2395728"/>
            <a:ext cx="868680" cy="86868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468" y="2630272"/>
            <a:ext cx="399593" cy="3995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34747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Acesso protegido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748272" y="391363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 forte (2FA) e proteção anti-força-bruta no login.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418320" y="2011680"/>
            <a:ext cx="2670048" cy="246888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418320" y="201168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5" name="Shape 20"/>
          <p:cNvSpPr/>
          <p:nvPr/>
        </p:nvSpPr>
        <p:spPr>
          <a:xfrm>
            <a:off x="10319004" y="2395728"/>
            <a:ext cx="868680" cy="86868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548" y="2630272"/>
            <a:ext cx="399593" cy="39959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0" y="34747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Continuidade &amp; padrões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674352" y="391363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manutenção controlado e acessibilidade (WCAG AA).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sensíveis isolados por regras no banco; conformidade pensada desde a base.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LHG Logística / OC Express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ECOSSISTEMA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Portal de parceiros — entrada estruturada e isolada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85232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4414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2860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Como funciona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057400" y="274320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transportadora parceira cria a solicitação no portal e ela cai direto na inbox da LHG.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6850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61188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Ambiente isolado — o parceiro vê só os próprios dados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2885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15384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de pedidos padronizada, sem WhatsApp solto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89204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818888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base interna da LHG nunca é exposta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36208" y="1828800"/>
            <a:ext cx="5285232" cy="3931920"/>
          </a:xfrm>
          <a:prstGeom prst="rect">
            <a:avLst/>
          </a:prstGeom>
          <a:solidFill>
            <a:srgbClr val="1D1E1B"/>
          </a:solidFill>
          <a:ln/>
        </p:spPr>
      </p:sp>
      <p:sp>
        <p:nvSpPr>
          <p:cNvPr id="17" name="Shape 11"/>
          <p:cNvSpPr/>
          <p:nvPr/>
        </p:nvSpPr>
        <p:spPr>
          <a:xfrm>
            <a:off x="6236208" y="1828800"/>
            <a:ext cx="73152" cy="393192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8" name="Shape 12"/>
          <p:cNvSpPr/>
          <p:nvPr/>
        </p:nvSpPr>
        <p:spPr>
          <a:xfrm>
            <a:off x="6601968" y="2194560"/>
            <a:ext cx="914400" cy="91440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2441448"/>
            <a:ext cx="420624" cy="4206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53528" y="22860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 que importa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7653528" y="274320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uma porta de entrada de carga sem abrir mão do controle nem da segurança dos dados.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368503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13448" y="361188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Mais capacidade de atendimento à mina</a:t>
            </a:r>
            <a:endParaRPr lang="en-US" sz="12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4288536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13448" y="4215384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digitação para a equipe interna</a:t>
            </a:r>
            <a:endParaRPr lang="en-US" sz="12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4892040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013448" y="4818888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Rastreabilidade também do que vem do parceiro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LHG Logística / OC Express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INOVAÇÃO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Agente de WhatsApp com IA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713232" cy="713232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299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0299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 a mensagem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solicitante manda o pedido de carregamento pelo WhatsApp, como já faz hoje.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78408" y="2743200"/>
            <a:ext cx="36576" cy="429768"/>
          </a:xfrm>
          <a:prstGeom prst="rect">
            <a:avLst/>
          </a:prstGeom>
          <a:solidFill>
            <a:srgbClr val="F1C9B2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282696"/>
            <a:ext cx="713232" cy="713232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826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32826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Lê com inteligência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67588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IA (Claude) extrai motorista, placa, cliente e material do texto.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78408" y="3995928"/>
            <a:ext cx="36576" cy="429768"/>
          </a:xfrm>
          <a:prstGeom prst="rect">
            <a:avLst/>
          </a:prstGeom>
          <a:solidFill>
            <a:srgbClr val="F1C9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535424"/>
            <a:ext cx="713232" cy="713232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354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00200" y="45354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 a solicitação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92861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OC entra no sistema sozinha, sem ninguém digitar — 24 horas por dia.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549640" y="1920240"/>
            <a:ext cx="2971800" cy="3703320"/>
          </a:xfrm>
          <a:prstGeom prst="rect">
            <a:avLst/>
          </a:prstGeom>
          <a:solidFill>
            <a:srgbClr val="1D1E1B"/>
          </a:solidFill>
          <a:ln/>
        </p:spPr>
      </p:sp>
      <p:sp>
        <p:nvSpPr>
          <p:cNvPr id="20" name="Shape 18"/>
          <p:cNvSpPr/>
          <p:nvPr/>
        </p:nvSpPr>
        <p:spPr>
          <a:xfrm>
            <a:off x="8549640" y="1920240"/>
            <a:ext cx="73152" cy="370332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624060" y="237744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6259" y="2599639"/>
            <a:ext cx="378562" cy="37856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778240" y="3383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 mensagem à OC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823960" y="3840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Operação 24/7, sem depender de alguém na tela — e sem digitação manual.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LHG Logística / OC Express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IMPORTA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 que a mineradora ganha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15981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65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Caminhão liberado mais cedo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17920" y="1965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 emitida em segundos reduz a espera no pátio e acelera o giro da frota.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852928"/>
            <a:ext cx="1088136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035808"/>
            <a:ext cx="548640" cy="54864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318394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900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Rastreabilidade dos carregamentos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17920" y="29900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carga tem estado, histórico e responsável — nada se perde.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877056"/>
            <a:ext cx="1088136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059936"/>
            <a:ext cx="548640" cy="54864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4208069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01421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Menos erro no documento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17920" y="401421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e padronização reduzem retrabalho e divergência.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901184"/>
            <a:ext cx="1088136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5084064"/>
            <a:ext cx="548640" cy="54864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3" y="5232197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50383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Visibilidade da operação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217920" y="503834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 e relatórios da operação que serve à mina, em tempo real.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pPr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LHG Logística / OC Express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1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Carregamento </a:t>
            </a:r>
            <a:pPr indent="0" marL="0">
              <a:buNone/>
            </a:pPr>
            <a:r>
              <a:rPr lang="en-US" sz="4000" b="1" dirty="0">
                <a:solidFill>
                  <a:srgbClr val="FF51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rápido, rastreável e auditado.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6362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5823" y="323971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Rápido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90% menos tempo por OC — de minutos para segundos.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6616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970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03" y="323971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Rastreável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76732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Estado, linha do tempo e SLA em cada carregamento.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9224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1578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83" y="3239719"/>
            <a:ext cx="378562" cy="3785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Confiável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69340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e padronização: dado certo na primeira vez.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41832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34186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063" y="3239719"/>
            <a:ext cx="378562" cy="3785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Auditado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61948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fez o quê e quando, com governança por perfil.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0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  ·  LHG Logística / OC Express Transportes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SisLog LHG — Apresentacao executiva</dc:title>
  <dc:subject>PptxGenJS Presentation</dc:subject>
  <dc:creator>LHG Logistica</dc:creator>
  <cp:lastModifiedBy>LHG Logistica</cp:lastModifiedBy>
  <cp:revision>1</cp:revision>
  <dcterms:created xsi:type="dcterms:W3CDTF">2026-07-28T19:38:34Z</dcterms:created>
  <dcterms:modified xsi:type="dcterms:W3CDTF">2026-07-28T19:38:34Z</dcterms:modified>
</cp:coreProperties>
</file>